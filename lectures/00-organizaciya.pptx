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97B76-E044-4B53-A238-A72DB382B8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94772-4D5C-43E3-9E15-67F53DACA8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5B796-C368-431D-B6B5-E6576FE1C6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64983D-9473-4D8D-96A3-DCE2B97842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1D0B2-B5BA-495A-89A1-F0C9EE8E49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DD8CD1-9F11-4621-90F3-41B8BEB779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9A4E31-4EB2-4E40-8070-48DAD21F57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356C09-BE31-4770-B940-B630858F15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7A512-E7FC-459F-B80D-82DECAECD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10657A-C14C-4439-A59E-D4E6F0051B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FFD8C7-D24F-42CA-B1AA-088D35F5B0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505BE1-DFF4-4234-B05A-64CEA86815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B3CB0F-DB7A-46CE-B69C-49A54970C2F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5074920"/>
            <a:ext cx="12191400" cy="178272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31520" y="2103120"/>
            <a:ext cx="10515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731520" y="2560320"/>
            <a:ext cx="10515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1a14"/>
                </a:solidFill>
                <a:latin typeface="Georgia"/>
                <a:ea typeface="Georgia"/>
              </a:rPr>
              <a:t>Как устроен семестр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31520" y="5303520"/>
            <a:ext cx="10515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Кто мы, чему учимся, куда класть код, как сдавать и где отмечаться.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1 · ЗНАКОМСТВО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Какой у вас сейчас уровень?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6"/>
          <p:cNvSpPr/>
          <p:nvPr/>
        </p:nvSpPr>
        <p:spPr>
          <a:xfrm>
            <a:off x="640080" y="155448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Поднимите руку (или стикер):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640080" y="2011680"/>
            <a:ext cx="1078956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писал код на каком-то языке;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только формулы и Excel;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почти с нуля.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8"/>
          <p:cNvSpPr/>
          <p:nvPr/>
        </p:nvSpPr>
        <p:spPr>
          <a:xfrm>
            <a:off x="640080" y="475488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Это не оценка. Нужно понять, с какой скоростью идти.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2 · ЧТО ЭТО ЗА КУРС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Мы не учимся «программированию вообще»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3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640080" y="1645920"/>
            <a:ext cx="1078956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Мы изучаем Python как способ записать на машине то же, что вы пишете на бумаге: переменная, формула, повтор шага.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Не курс про карьеру разработчика.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3 · СИНТАКСИС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Скобки и двоеточия — сами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4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640080" y="1645920"/>
            <a:ext cx="10789560" cy="96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На паре не разбираем каждую конструкцию языка. Учебник: stepik.org/course/100707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Не поняли синтаксис — сначала Stepik, потом вопрос. Иначе пара уйдёт в словарь языка.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4 · ЦЕЛЬ СЕМЕСТРА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Две конструкции, ради которых всё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5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40080" y="1600200"/>
            <a:ext cx="1078956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Цикл.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Рекурсия.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640080" y="4114800"/>
            <a:ext cx="10789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Лабораторные 1–4 — четыре сюжета, на которых это должно стать привычным.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5 · GIT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Куда класть работу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6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640080" y="1600200"/>
            <a:ext cx="1078956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ЭлКом25-1 → форк AS_Python_ElCom25_1;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ЭлКом25-2 → …_2;  ЭлКом25-3 → …_3.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640080" y="43891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Не форкать витрину AS_Python. Не слать pull request в родителя. Ветка сдачи — master.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8280000" y="198720"/>
            <a:ext cx="3581280" cy="358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5 · GIT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Первый раз: форк и json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7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640080" y="1554480"/>
            <a:ext cx="10789560" cy="22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Fork репозитория своей группы;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clone своего форка;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заполнить student.json (ФИО, группа, зачётка, вариант);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вариант: (номер зачётки % 4) + 1;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код и тесты в 1lab/ … 4lab/, пуш в master.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6 · ПРИЁМ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Защита лично, баллы при вас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8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640080" y="1645920"/>
            <a:ext cx="10789560" cy="16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Не «залил на гит и забыл». На паре просите посмотреть. Смотрим код, гоняем тесты, говорим.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Баллы ставлю при вас. Потом они появляются в git — сверьте. Ошибка в баллах — сразу скажите.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7 · СХЕМА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От форка до баллов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9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6" descr="scheme-sdacha.png"/>
          <p:cNvPicPr/>
          <p:nvPr/>
        </p:nvPicPr>
        <p:blipFill>
          <a:blip r:embed="rId1"/>
          <a:stretch/>
        </p:blipFill>
        <p:spPr>
          <a:xfrm>
            <a:off x="411480" y="1325880"/>
            <a:ext cx="11338200" cy="49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7 · СХЕМА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Если не приняли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10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640080" y="1645920"/>
            <a:ext cx="10789560" cy="183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Дорабатываете, пушите снова, приходите ещё раз. Пока семестр открыт — можно.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Исключение: плагиат &gt; 95% — работа аннулируется. 70–95% — не принимается, пока не переделаете.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Если в git есть .env — работу не смотрю: это ломает скрипты проверки.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8 · ПОСЕЩАЕМОСТЬ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Сами себя в Google-таблице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11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640080" y="1645920"/>
            <a:ext cx="10789560" cy="9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Лист своей группы. Пришли — нашли строку — отметка в колонке даты.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Не отметились — для учёта пары вас не было. Нет себя в списке — добавьте.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9 · ЧЕМ ПИСАТЬ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VS Code или PyCharm — на выбор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12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640080" y="1645920"/>
            <a:ext cx="10789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Правильного IDE нет. Нужен редактор, запуск файла и позже — отладчик.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Python 3.11+. Каталог venv в git не класть. Файл .env в репозитории — работу не смотрю (ломает скрипты проверки).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10 · ОТЛАДКА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Точка останова, не только print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13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640080" y="1600200"/>
            <a:ext cx="1078956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поставить breakpoint на строке;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запустить с отладкой;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шаг, смотреть значения переменных.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640080" y="466344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Print полезен. Если программа «просто падает» — сначала отладчик.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11 · ТЕСТЫ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pytest из корня форка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14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6"/>
          <p:cNvSpPr/>
          <p:nvPr/>
        </p:nvSpPr>
        <p:spPr>
          <a:xfrm>
            <a:off x="640080" y="1554480"/>
            <a:ext cx="10789560" cy="14626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pytest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# или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python -m pytest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640080" y="3383280"/>
            <a:ext cx="107895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Свои проверки — в Nlab/test_main.py. Рыба с skip — замените. Без тестов лаба не принимается.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ЕЩЁ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Пока не всплыло на второй неделе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15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640080" y="1554480"/>
            <a:ext cx="10789560" cy="21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нейросети: синтаксис смотреть можно, сдавать чужой/сгенерированный код — плагиат;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форкнули не ту группу — переделайте форк;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баллы после защиты смотрите в git;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консультации — даты появятся в README витрины.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СЕГОДНЯ ПОСЛЕ ПАРЫ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Минимум на эту неделю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00  ·  Организация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16 / 16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640080" y="1554480"/>
            <a:ext cx="10789560" cy="19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форк своего ElCom25_N;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заполненный student.json;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отметиться сегодня в таблице посещаемости;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открыть Stepik и первую лабораторную.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2026-09-05T11:48:44Z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