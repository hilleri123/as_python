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3D2F"/>
                </a:solidFill>
                <a:latin typeface="Calibri"/>
                <a:ea typeface="Calibri"/>
              </a:rPr>
              <a:t>ПРАКТИКУМ ПО ПРОГРАММИРОВАНИЮ  ·  ЛЕКЦИЯ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1A14"/>
                </a:solidFill>
                <a:latin typeface="Georgia"/>
                <a:ea typeface="Georgia"/>
              </a:rPr>
              <a:t>Списки, словари,
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C5348"/>
                </a:solidFill>
                <a:latin typeface="Calibri"/>
                <a:ea typeface="Calibri"/>
              </a:rPr>
              <a:t>Одно имя на ряд значений. Индекс — отступ, не «номер по-человечески».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ЗАЧЕМ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Не плодить x1, x2, x3…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2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Пять температур, восемь клеток ряда, слово из четырёх букв — это один ряд, не пять переменных.</a:t>
            </a:r>
          </a:p>
          <a:p>
            <a:pPr>
              <a:spcAft>
                <a:spcPts val="16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В Excel это столбец: A1, A2, A3, A4. В Python — одно имя a и номер ячейки.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СПИСОК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Лист — ряд в квадратных скобках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3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789920" cy="173736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a = [10, 20, 30, 40]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a[0]   # 10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a[2]   #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C5348"/>
                </a:solidFill>
                <a:latin typeface="Calibri"/>
                <a:ea typeface="Calibri"/>
              </a:rPr>
              <a:t>[0]=10    [1]=20    [2]=30    [3]=40
Это именно list в Python. «Массив» в разговоре — тот же ряд ячеек.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ИНДЕКС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Номер — это отступ, не порядковый счёт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4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«Первый» по-человечески — единица. В памяти индекс говорит: на сколько ячеек отойти от начала.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A14"/>
                </a:solidFill>
                <a:latin typeface="Georgia"/>
                <a:ea typeface="Georgia"/>
              </a:rPr>
              <a:t>a[i] = начало + i шагов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Поэтому первый элемент — отступ ноль. Вы никуда не шагнули, вы уже стоите на нём.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ПОЧЕМУ С НУЛЯ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Указатель смотрит на начало первой ячейки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5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Представьте стрелку, воткнутую в левый край первой коробки. Это адрес списка.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+ 0 — никуда не сдвигаемся → a[0];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+ 1 — на одну ячейку вправо → a[1];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+ 3 — на три ячейки → последний из четырёх.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ПАМЯТЬ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Вперёд от начала, назад от границы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6 / 27</a:t>
            </a:r>
          </a:p>
        </p:txBody>
      </p:sp>
      <p:pic>
        <p:nvPicPr>
          <p:cNvPr id="7" name="Picture 6" descr="memory-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11556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МИНУС ОДИН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−1 — последняя ячейка, не «за массивом»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7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После последней ячейки есть граница: место, куда элемент уже не кладут. Шаг −1 от границы — последний элемент.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40"/>
            <a:ext cx="10789920" cy="137160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a[-1]   # 40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a[-2]   #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Иначе указатель смотрел бы мимо ряда. Нам нужен элемент, а не забор.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ДЛИНА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Живые индексы: 0 … n−1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8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789920" cy="173736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n = len(a)     # 4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a[n - 1]       # то же, что a[-1]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a[n]           # ошибка: это уже граница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В столбце Excel из 4 строк нет пятой. len — сколько ячеек, не какой индекс у последней.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СОДЕРЖИМОЕ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Что можно положить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9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789920" cy="192024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temps = [12, 14, 9]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letters = ["ш", "а", "х"]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mixed = [3, "клетка", [1, 2]]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Числа, текст, даже другой список. Смешивать можно, но проще, когда ряд однотипный: как столбец в Excel.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ЗАПИСЬ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Ячейку можно переписать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10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789920" cy="182880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a = [10, 20, 30, 40]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a[2] = 99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# теперь a == [10, 20, 99, 40]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Как сменить значение в C3: адрес тот же, содержимое новое. Имя a не меняется.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ДЛИНА РЯДА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Добавить в конец, снять с конца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11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789920" cy="155448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a.append(50)   # [10, 20, 99, 40, 50]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last = a.pop() # last == 50, ряд снова короче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Столбец Excel тоже растёт снизу. append — новая строка под последней. Остальные операции списка пока не нужны.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СЛОВАРЬ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Тот же ряд, но ключ не порядковый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12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У списка адрес — 0, 1, 2. Иногда удобнее звать ячейку по имени, не по месту.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10789920" cy="182880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marks = {"Анна": 5, "Борис": 4, "Кира": 5}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marks["Анна"]     # 5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marks["Борис"] =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Это dict. Порядок «первый / второй» больше не главный.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СЛОВАРЬ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В Excel это два столбца или ВПР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13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Слева имя, справа оценка. ВПР("Анна"; таблица; 2) — то же, что marks["Анна"].</a:t>
            </a:r>
          </a:p>
          <a:p>
            <a:pPr>
              <a:spcAft>
                <a:spcPts val="16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Ключ должен быть уникальным. Две строки «Анна» в таблице — уже спор, кто прав.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СЛОВАРЬ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Есть ли ключ, безопасное чтение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14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789920" cy="237744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"Кира" in marks          # True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"Даша" in marks          # False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marks.get("Даша", 0)     # 0, а не ошибка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marks.keys()             # имена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marks.values()           # оценки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marks["Даша"] упадёт, если ключа нет. get возвращает запасное значение.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МАТРИЦА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Список списков — лист с рядами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15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10789920" cy="274320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row = ["♜", "♞", "♝", "♛", "♚", "♝", "♞", "♜"]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board = [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["♜", "♞", "♝"],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["♟", "♟", "♟"],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]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board[1][0]   # пешка, ряд 1, столбец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Сначала ряд, потом клетка в ряде. Как строка листа, потом столбец.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МАТРИЦА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Лист Excel — уже двумерный массив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16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Ячейка C2: столбец C, строка 2. В коде чаще таблица[строка][столбец], оба с нуля.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таблица[1][2]  ≈  C2, если A=0 и первая строка данных = 0.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Путают порядок. Договоритесь: сначала ряд, потом колонка — и не меняйте.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ОДИН РЯД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Ту же матрицу можно уложить в один список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17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Три столбца, два ряда: сначала первый ряд целиком, потом второй.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A14"/>
                </a:solidFill>
                <a:latin typeface="Georgia"/>
                <a:ea typeface="Georgia"/>
              </a:rPr>
              <a:t>i = r · width +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10789920" cy="164592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width = 3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i = 1 * width + 0    # ряд 1, столбец 0 → индекс 3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r, c = i // width, i % width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Нужно, когда поле удобнее хранить лентой. Смысл тот же, адресация другая.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ДОСКА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Клетка «e2» — это тоже координаты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18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789920" cy="192024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col = ord("e") - ord("a")   # 4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row = 2 - 1                 # 1, если ряд 1 — нулевой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Буква — столбец, цифра — ряд. Дальше board[row][col] или один индекс row * 8 + col. Тот же приём, что в лабораторной про поле.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ФУНКЦИИ НА ВЕСЬ РЯД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Они сами проходят по ячейкам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19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10789920" cy="256032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temps = [12, 14, 9, 15]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len(temps)       # 4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sum(temps)       # 50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min(temps)       # 9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max(temps)       # 15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sorted(temps)    # [9, 12, 14, 15]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sum не магия: внутри обход «взять следующее, прибавить». Excel СУММ(A1:A4) — то же со столбцом.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ИТЕРАЦИЯ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Не писать a[0] + a[1] + a[2]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20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Если ячеек пять — ещё можно. Если сто — нет. Цикл: для каждого элемента один шаг.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10789920" cy="164592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total = 0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for x in temps: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total = total +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Как устроена прокрутка — следующий слайд, по кадрам, как в отладчике.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ИТЕРАЦИЯ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Один шаг — один кадр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21 / 27</a:t>
            </a:r>
          </a:p>
        </p:txBody>
      </p:sp>
      <p:pic>
        <p:nvPicPr>
          <p:cNvPr id="7" name="Picture 6" descr="iter-lis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71600"/>
            <a:ext cx="10149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ИТЕРАЦИЯ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Иногда нужен ещё и номер ячейки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22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789920" cy="219456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for i, x in enumerate(a):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print(i, x)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for i in range(len(a)):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print(i, a[i])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enumerate отдаёт пару «отступ, значение». range(len(a)) — те же отступы 0 … n−1.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СТРОКА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Текст — тот же массив символов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23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789920" cy="219456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s = "шах"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s[0]      # 'ш'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s[-1]     # 'х'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s[0:2]    # 'ша'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len(s)    #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Индекс, отступ, минус один, срез — как у списка. В лекции 01 это мелькало; теперь видно почему.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СТРОКА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Обход тот же. Переписать клетку нельзя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24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789920" cy="192024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for ch in s: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print(ch)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s[0] = "м"    # ошибка: строка не меняется по месту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Список — столбец, куда можно вписать новое число. Строка — готовая надпись: букву меняют, собирая новую строку.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СТРОКА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Собрать заново — нормально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25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789920" cy="182880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s = "шах"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t = "м" + s[1:]     # 'мах'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u = s[::-1]         # 'хаш'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Срез и склейка дают новый текст. Старый s как лежал, так и лежит.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СВОДКА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Три ряда, разные ключи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26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список — ключ 0, 1, 2… отступ от начала;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словарь — ключ любое имя;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строка — список букв, только без записи в клетку.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C5348"/>
                </a:solidFill>
                <a:latin typeface="Calibri"/>
                <a:ea typeface="Calibri"/>
              </a:rPr>
              <a:t>Матрица — список списков или один список плюс формула r · width + c.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НА ДОМ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Три короткие записи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02  ·  Списки, словари, строки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27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столбец из пяти чисел → список, найти sum и сумму циклом;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таблица 3×3 двумя способами: ряды и одна лента;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слово как массив: первая, последняя, разворот.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Если путаете ноль и единицу — нарисуйте стрелку на левый край первой ячейки.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