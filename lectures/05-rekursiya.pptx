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3D2F"/>
                </a:solidFill>
                <a:latin typeface="Calibri"/>
                <a:ea typeface="Calibri"/>
              </a:rPr>
              <a:t>ПРАКТИКУМ ПО ПРОГРАММИРОВАНИЮ  ·  ЛЕКЦИЯ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1A14"/>
                </a:solidFill>
                <a:latin typeface="Georgia"/>
                <a:ea typeface="Georgia"/>
              </a:rPr>
              <a:t>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Рекуррентность, начальное условие, подстановка в себя.
Не «магия», а способ записать aₙ через aₙ₋₁.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05  ·  Рекурсия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УЖЕ ЗНАКОМО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Рекуррентное соотношение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05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Georgia"/>
                <a:ea typeface="Georgia"/>
              </a:rPr>
              <a:t>a₁ = 100
aₙ = aₙ₋₁ · (1 + 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Чтобы узнать a₄, вы не придумываете новый мир. Вы сводите вопрос к a₃, тот — к a₂, пока не упрётесь в a₁.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Это и есть рекурсия: функция считает свой случай, вызывая себя на более коротком.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Сложный процент — рекурсия в одну строку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05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789920" cy="21031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def capital(n, start, rate):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if n == 0: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    return start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return capital(n - 1, start, rate) * (1 + rate)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n == 0 — начальное условие. Без него ряд не определён, функция не остановится.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ЕЩЁ ОДИН КАНОН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n! вы и так определяете рекурсивно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05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1A14"/>
                </a:solidFill>
                <a:latin typeface="Georgia"/>
                <a:ea typeface="Georgia"/>
              </a:rPr>
              <a:t>0! = 1
n! = n · (n − 1)!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10789920" cy="173736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def fact(n):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if n == 0: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    return 1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return n * fact(n - 1)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Перевод дословный. Кто пишет fact циклом — тоже прав; рекурсия здесь про ясность определения.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ДВЕ ЧАСТИ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Без дна рекурсия — дырявая 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05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212080" cy="25603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ctr"/>
            <a:r>
              <a:rPr sz="1600" b="1">
                <a:solidFill>
                  <a:srgbClr val="8B3D2F"/>
                </a:solidFill>
                <a:latin typeface="Calibri"/>
                <a:ea typeface="Calibri"/>
              </a:rPr>
              <a:t>Базовый случай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F1A14"/>
                </a:solidFill>
                <a:latin typeface="Calibri"/>
                <a:ea typeface="Calibri"/>
              </a:rPr>
              <a:t>Когда задача слишком маленькая, чтобы делить: n = 0, пустая скобка, некуда прыгать.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5603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ctr"/>
            <a:r>
              <a:rPr sz="1600" b="1">
                <a:solidFill>
                  <a:srgbClr val="8B3D2F"/>
                </a:solidFill>
                <a:latin typeface="Calibri"/>
                <a:ea typeface="Calibri"/>
              </a:rPr>
              <a:t>Шаг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F1A14"/>
                </a:solidFill>
                <a:latin typeface="Calibri"/>
                <a:ea typeface="Calibri"/>
              </a:rPr>
              <a:t>Как свести текущее к такому же, но проще: n → n−1, скобка → внутренность, клетка → следующая.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На защите спрашивают оба. «Оно само» — не ответ.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ЧТО ПРОИСХОДИТ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Стек — столбик подстановок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05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Считаем fact(3):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789920" cy="228600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fact(3) = 3 * fact(2)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    = 3 * (2 * fact(1))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    = 3 * (2 * (1 * fact(0)))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    = 3 * (2 * (1 * 1))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   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Машина не умнее вас: она откладывает умножение, пока не дойдёт до дна, потом собирает столбик назад.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ЦИКЛ ИЛИ РЕКУРСИЯ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Ряд в ширину — цикл. Вложенность — рекурсия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05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сумма зарплат за 12 месяцев — цикл;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формула со скобками «( … ( … ) … )» — рекурсия;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обход папок: папка внутри папки — рекурсия;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шашка прыгнула и может прыгнуть ещё — рекурсия.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Многое можно и циклом, и рекурсией. Выбирайте то, что совпадает с определением на бумаге.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ЛАБОРАТОРНАЯ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Скобка — подзадача того же калькулятора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05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1A14"/>
                </a:solidFill>
                <a:latin typeface="Georgia"/>
                <a:ea typeface="Georgia"/>
              </a:rPr>
              <a:t>скобка открывается один час плюс десять минут
скобка закрывается умножить на два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Сначала тем же calc считаете внутренность, потом умножаете. Это рекурсивный спуск, не eval.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ЛАБОРАТОРНАЯ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Цепочка и луч — «шаг, и снова то же»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05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шашки: взяли, стоите на новой клетке, ищете следующее взятие;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реверси: идёте в одном направлении, пока ваши фишки не замкнули ряд;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сянци, амазонки: клетка, следующая клетка, следующая — пока не край или барьер.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В задании это прямо требуется рекурсией: чтобы на защите был один рассказ, а не 40 координат вручную.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ОШИБКИ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Три способа сломать определение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05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•  нет базового случая — как ряд без a₁;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•  шаг не уменьшает задачу — вечный цикл под другим именем;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•  слишком глубоко (тысячи вызовов) — тогда определение лучше развернуть в цикл.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КАК ОБЪЯСНЯТЬ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На защите три предложения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05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1. Что является «меньшим» экземпляром задачи.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2. Где дно.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3. Как из ответа меньшего собирается ответ текущего.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Если это говорится уверенно, код почти не смотрят. Если нет — смотрят очень внимательно.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СЕМЕСТР ЦЕЛИКОМ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Одна линия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05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Сначала коробки и присваивание. Потом повтор шага в ряд — цикл. Потом повтор шага внутрь — рекурсия.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Лабораторные — не четыре разные дисциплины. Это четыре сюжета, на которых эти две конструкции становятся привычкой.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