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3D2F"/>
                </a:solidFill>
                <a:latin typeface="Calibri"/>
                <a:ea typeface="Calibri"/>
              </a:rPr>
              <a:t>ПРАКТИКУМ ПО ПРОГРАММИРОВАНИЮ  ·  ЛЕКЦИЯ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1A14"/>
                </a:solidFill>
                <a:latin typeface="Georgia"/>
                <a:ea typeface="Georgia"/>
              </a:rPr>
              <a:t>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C5348"/>
                </a:solidFill>
                <a:latin typeface="Calibri"/>
                <a:ea typeface="Calibri"/>
              </a:rPr>
              <a:t>Сумма, «для каждого», «пока не». То, что в математике пишут значком 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Циклы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ЗАЧЕМ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Повторять шаг руками нельзя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12 месяцев, 200 студентов, 48 камней в калахе, 6 рядов доски — вы не напишете 200 одинаковых строк.</a:t>
            </a:r>
          </a:p>
          <a:p>
            <a:pPr>
              <a:spcAft>
                <a:spcPts val="18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Цикл говорит: вот один шаг, вот по чему идём, вот когда останавливаемся.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МАТЕМАТИКА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Сумма уже есть цикл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A14"/>
                </a:solidFill>
                <a:latin typeface="Georgia"/>
                <a:ea typeface="Georgia"/>
              </a:rPr>
              <a:t>S = Σ  rᵢ    (i от 1 до 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5C5348"/>
                </a:solidFill>
                <a:latin typeface="Calibri"/>
                <a:ea typeface="Calibri"/>
              </a:rPr>
              <a:t>Читается: взять i от 1 до n; на каждом шаге прибавить rᵢ к накопителю S; в начале S = 0.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5C5348"/>
                </a:solidFill>
                <a:latin typeface="Calibri"/>
                <a:ea typeface="Calibri"/>
              </a:rPr>
              <a:t>Три части: накопитель, правило шага, граница. В Python они же.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ПЕРЕВОД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Та же сумма в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4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0789920" cy="210312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ctr"/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revenues = [120, 135, 110, 140]
total = 0
for r in revenues:
    total = total +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for r in … — «для каждого элемента ряда». total = total + r — обновление накопителя, как на прошлой лекции.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ЭКОНОМИКА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«Для каждого месяца»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5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0789920" cy="210312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ctr"/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months = [1, 2, 3, 4, 5, 6]
income = 0
for m in months:
    income = income + 100 * m   # условная выручка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Не «компьютерный трюк». Это обход индекса в таблице: строка за строкой, месяц за месяцем.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WHILE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«Пока» — пока условие живо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6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1A14"/>
                </a:solidFill>
                <a:latin typeface="Georgia"/>
                <a:ea typeface="Georgia"/>
              </a:rPr>
              <a:t>пока долг &gt; 0: платить платёж, уменьшить долг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10789920" cy="228600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ctr"/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debt = 1000
payment = 150
months = 0
while debt &gt; 0:
    debt = debt - payment
    months = months + 1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Отличие от for: заранее не знаем, сколько шагов. Знаем только правило остановки.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ТРАССИРОВКА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Таблица шагов — как в модели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7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Для debt = 400, платёж 150: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10789920" cy="201168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ctr"/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шаг  debt_до  debt_после  months
1    400      250         1
2    250      100         2
3    100      -50        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Последняя строка — дыра в модели: долг ушёл ниже нуля. В программе то же самое — условие надо уточнить, как в задаче про кредит.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ВЛОЖЕННЫЙ ЦИКЛ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Двойная сумма, таблица n ×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8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A14"/>
                </a:solidFill>
                <a:latin typeface="Georgia"/>
                <a:ea typeface="Georgia"/>
              </a:rPr>
              <a:t>Σᵢ Σⱼ aᵢⱼ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10789920" cy="164592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ctr"/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for i in range(6):        # ряды
    for j in range(7):    # столбцы
        проверить клетку (i, j)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Поле «четыре в ряд», журнал посещаемости, склад — везде матрица. Внешний цикл — строка, внутренний — столбец.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ИГРА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Партия — один большой while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9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0789920" cy="256032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ctr"/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while not finished:
    нарисовать поле
    прочитать ход
    если ход неверен: снова
    применить ход
    проверить победу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Это лабораторная 1. Игроки ходят, программа только крутит цикл учёта.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ГДЕ В ЗАДАНИЯХ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Лабораторная 1 — обязательные циклы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четыре в ряд: фишка падает, пока клетка снизу пуста; четвёрку ищут циклом по направлению;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точки и квадраты: перебор четырёх рёбер клетки;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калах: посев «пока есть камни»;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лампы: обход 5×5, все ли выключены.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ЛАБОРАТОРНАЯ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Таблица = матрица, только из файла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print_table, сумма столбца, фильтр строк — это for row in rows. Excel делает то же самое, когда тянете формулу вниз.</a:t>
            </a:r>
          </a:p>
          <a:p>
            <a:pPr>
              <a:spcAft>
                <a:spcPts val="16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pandas как раз прячет этот цикл. В практикуме его нужно написать самим — иначе не видно, что происходит.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ОШИБКИ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Две дыры, которые все наступают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на один больше / меньше — как пределы суммы: от 0 до n−1 или от 1 до n;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цикл без конца — в while забыли менять то, что стоит в условии (долг не уменьшается).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C5348"/>
                </a:solidFill>
                <a:latin typeface="Calibri"/>
                <a:ea typeface="Calibri"/>
              </a:rPr>
              <a:t>Лечится трассировкой на трёх шагах, не перечитыванием учебника.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ГРАНИЦА 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Цикл — повтор. Рекурсия — вложенность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>
                <a:solidFill>
                  <a:srgbClr val="1F1A14"/>
                </a:solidFill>
                <a:latin typeface="Calibri"/>
                <a:ea typeface="Calibri"/>
              </a:rPr>
              <a:t>Если шаги стоят в ряд (месяцы, строки, камни) — цикл.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1F1A14"/>
                </a:solidFill>
                <a:latin typeface="Calibri"/>
                <a:ea typeface="Calibri"/>
              </a:rPr>
              <a:t>Если шаг порождает такую же задачу внутри себя (скобка в скобке, прыжок после прыжка) — следующая лекция.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